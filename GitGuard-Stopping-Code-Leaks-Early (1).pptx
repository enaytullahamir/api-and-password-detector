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Poppins Bold"/>
      <p:regular r:id="rId201315"/>
    </p:embeddedFont>
    <p:embeddedFont>
      <p:font typeface="Poppins"/>
      <p:regular r:id="rId201316"/>
    </p:embeddedFont>
    <p:embeddedFont>
      <p:font typeface="Roboto Light"/>
      <p:regular r:id="rId201317"/>
    </p:embeddedFont>
    <p:embeddedFont>
      <p:font typeface="Roboto Semi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347"/>
            <a:ext cx="1158211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LOGIC LEAGUE IDEATHON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51929"/>
            <a:ext cx="10972526" cy="182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6400" spc="-352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GitGuard:</a:t>
            </a:r>
            <a:endParaRPr lang="en-US" sz="6400" dirty="0"/>
          </a:p>
          <a:p>
            <a:pPr algn="l" indent="0" marL="0">
              <a:lnSpc>
                <a:spcPct val="93000"/>
              </a:lnSpc>
              <a:buNone/>
            </a:pPr>
            <a:r>
              <a:rPr lang="en-US" sz="6400" spc="-352" kern="100" dirty="0">
                <a:solidFill>
                  <a:srgbClr val="39D35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Stopping Code Leaks Early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09585" y="2943027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Catching passwords and API keys before they reach GitHub.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61213" y="3517007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39D35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83546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1200" spc="42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LOCAL · EARLY · LIGHTWEIGHT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5" y="6043672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42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Rohit Kumar/Enaytulha Amir/Mohammad Afzal · 1st Year CS, Galgotias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0147"/>
            <a:ext cx="1158211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76427"/>
            <a:ext cx="10972526" cy="124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154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Accidental leaks happen before security teams can react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780" y="3338314"/>
            <a:ext cx="5689458" cy="3519686"/>
          </a:xfrm>
          <a:prstGeom prst="rect">
            <a:avLst/>
          </a:prstGeom>
          <a:solidFill>
            <a:srgbClr val="0C0C0D"/>
          </a:solidFill>
          <a:ln/>
        </p:spPr>
      </p:sp>
      <p:sp>
        <p:nvSpPr>
          <p:cNvPr id="5" name="Text 3"/>
          <p:cNvSpPr/>
          <p:nvPr/>
        </p:nvSpPr>
        <p:spPr>
          <a:xfrm>
            <a:off x="1117572" y="3624461"/>
            <a:ext cx="5384665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PROBLEM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17572" y="3904734"/>
            <a:ext cx="5079873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Development moves fast.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17572" y="4531717"/>
            <a:ext cx="5079873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During rapid development and testing, developers hardcode API keys, passwords, and access tokens into source files.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7572" y="5645011"/>
            <a:ext cx="507987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42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Once pushed to GitHub, automated bot scanners can discover exposed credentials within seconds.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017" y="3338314"/>
            <a:ext cx="4876678" cy="3519686"/>
          </a:xfrm>
          <a:prstGeom prst="rect">
            <a:avLst/>
          </a:prstGeom>
          <a:solidFill>
            <a:srgbClr val="0C0C0D"/>
          </a:solidFill>
          <a:ln/>
        </p:spPr>
      </p:sp>
      <p:sp>
        <p:nvSpPr>
          <p:cNvPr id="10" name="Text 8"/>
          <p:cNvSpPr/>
          <p:nvPr/>
        </p:nvSpPr>
        <p:spPr>
          <a:xfrm>
            <a:off x="7619809" y="3624461"/>
            <a:ext cx="457188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&amp; REALITY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19809" y="3904734"/>
            <a:ext cx="4267093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window is immediate.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619809" y="4531717"/>
            <a:ext cx="4267093" cy="140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Millions of valid secrets are leaked on public repositories yearly.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Attacker bots continuously monitor code pushes and exploit exposed keys immediately.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19809" y="6168192"/>
            <a:ext cx="426709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42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Credential leakage is a leading root cause of major cloud infrastructure breaches.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8971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7777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TODAY'S TRADE-OFF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835251"/>
            <a:ext cx="11277318" cy="124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154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Existing tools find the problem too late or feel too heavy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189" y="2324596"/>
            <a:ext cx="3721503" cy="38100"/>
          </a:xfrm>
          <a:prstGeom prst="roundRect">
            <a:avLst>
              <a:gd name="adj" fmla="val 49999"/>
            </a:avLst>
          </a:prstGeom>
          <a:solidFill>
            <a:srgbClr val="39D353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642096"/>
            <a:ext cx="1173450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gap is timing and simplicity.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89" y="4353421"/>
            <a:ext cx="5638659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7777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 CLOUD SCANNERS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189" y="4671413"/>
            <a:ext cx="5181470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spc="-115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After the upload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189" y="5351165"/>
            <a:ext cx="518147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They detect a leak after it is uploaded to GitHub. Once it is in Git history, it is already too late.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3036" y="4353421"/>
            <a:ext cx="5638659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HEAVY ENTERPRISE TOOLS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53036" y="4671413"/>
            <a:ext cx="5181470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spc="-115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Too much setup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53036" y="5351165"/>
            <a:ext cx="518147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They can be too complicated and heavyweight for student or individual developer projects.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3422650"/>
            <a:ext cx="6095848" cy="12700"/>
          </a:xfrm>
          <a:prstGeom prst="rect">
            <a:avLst/>
          </a:prstGeom>
          <a:solidFill>
            <a:srgbClr val="29292C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9498" y="3429000"/>
            <a:ext cx="12700" cy="3429000"/>
          </a:xfrm>
          <a:prstGeom prst="rect">
            <a:avLst/>
          </a:prstGeom>
          <a:solidFill>
            <a:srgbClr val="29292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48" y="3422650"/>
            <a:ext cx="6095848" cy="12700"/>
          </a:xfrm>
          <a:prstGeom prst="rect">
            <a:avLst/>
          </a:prstGeom>
          <a:solidFill>
            <a:srgbClr val="29292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0147"/>
            <a:ext cx="1158211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GITGUARD MOVE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76427"/>
            <a:ext cx="10972526" cy="124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154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GitGuard blocks the leak before upload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14972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local check creates one clean decision before GitHub ever sees the file.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838152"/>
            <a:ext cx="84383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8" kern="100" dirty="0">
                <a:solidFill>
                  <a:srgbClr val="050505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145810"/>
            <a:ext cx="3454314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Write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9585" y="3772793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Code locally during development and testing.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68691" y="2838152"/>
            <a:ext cx="84383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8" kern="100" dirty="0">
                <a:solidFill>
                  <a:srgbClr val="050505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68691" y="3145810"/>
            <a:ext cx="3454314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Scan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68691" y="3772793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GitGuard checks the code before it reaches GitHub.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7797" y="2838152"/>
            <a:ext cx="84383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8" kern="100" dirty="0">
                <a:solidFill>
                  <a:srgbClr val="050505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797" y="3145810"/>
            <a:ext cx="3454314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Stop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27797" y="3772793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If it finds a hidden password or key, it stops the upload immediately.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585" y="4590554"/>
            <a:ext cx="7111822" cy="1106686"/>
          </a:xfrm>
          <a:prstGeom prst="rect">
            <a:avLst/>
          </a:prstGeom>
          <a:solidFill>
            <a:srgbClr val="0C0C0D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79" y="4820106"/>
            <a:ext cx="688322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42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ACTIONABLE ALERT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8179" y="5174059"/>
            <a:ext cx="688322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39D35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BLOCKED</a:t>
            </a:r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· Secret detected at line 42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26199" y="5041960"/>
            <a:ext cx="355591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42" kern="100" dirty="0">
                <a:solidFill>
                  <a:srgbClr val="77777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developer gets the exact line number.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347"/>
            <a:ext cx="1158211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52627"/>
            <a:ext cx="10972526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154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GitGuard works, line by 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69467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Small, local checks keep the scan fast and understandable.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292648"/>
            <a:ext cx="84383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8" kern="100" dirty="0">
                <a:solidFill>
                  <a:srgbClr val="050505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2600305"/>
            <a:ext cx="5257668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9585" y="3227288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Open the code file safely using basic file handling.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2" y="2292648"/>
            <a:ext cx="84383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8" kern="100" dirty="0">
                <a:solidFill>
                  <a:srgbClr val="050505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442" y="2600305"/>
            <a:ext cx="5257668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24442" y="3227288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Read the file line by line to keep memory usage low.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85" y="3979069"/>
            <a:ext cx="84383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8" kern="100" dirty="0">
                <a:solidFill>
                  <a:srgbClr val="050505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585" y="4286726"/>
            <a:ext cx="5257668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Check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9585" y="4913709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Check for dangerous keywords and real service prefixes such as password, akia, and ghp_.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4442" y="3979069"/>
            <a:ext cx="84383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8" kern="100" dirty="0">
                <a:solidFill>
                  <a:srgbClr val="050505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4442" y="4286726"/>
            <a:ext cx="5257668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24442" y="4913709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Skip safe dummy values with an ignore tag, then block bad commits.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585" y="578068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9D353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6091198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42" kern="100" dirty="0">
                <a:solidFill>
                  <a:srgbClr val="77777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scan follows the file's actual structure, then gives the developer a clear next action.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347"/>
            <a:ext cx="1158211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COVERAGE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52627"/>
            <a:ext cx="10972526" cy="124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154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It recognizes real-world secret patterns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97919"/>
            <a:ext cx="5486263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7777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09585" y="2722959"/>
            <a:ext cx="548626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39D35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AKIA</a:t>
            </a:r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ASIA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24442" y="2397919"/>
            <a:ext cx="525766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7777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24442" y="2722959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39D35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ghp_</a:t>
            </a:r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gho_, ghs_, ghu_, ghr_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3481487"/>
            <a:ext cx="5486263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7777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&amp; SLACK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9585" y="3806527"/>
            <a:ext cx="548626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AIza, GOCSPX- · </a:t>
            </a:r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39D35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xoxb-</a:t>
            </a:r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xoxp-, xapp-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24442" y="3481487"/>
            <a:ext cx="525766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7777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STRIPE &amp; AI APIS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24442" y="3806527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39D35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sk_live_</a:t>
            </a:r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sk_test_ · sk-ant-, sk-proj-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585" y="4565055"/>
            <a:ext cx="1097252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7777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OTHERS &amp; GENERIC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9585" y="4890095"/>
            <a:ext cx="1097252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SendGrid, Shopify, JWTs, password, secret, token, and private key headers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9498" y="2391172"/>
            <a:ext cx="12700" cy="854968"/>
          </a:xfrm>
          <a:prstGeom prst="rect">
            <a:avLst/>
          </a:prstGeom>
          <a:solidFill>
            <a:srgbClr val="29292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3239790"/>
            <a:ext cx="5486263" cy="12700"/>
          </a:xfrm>
          <a:prstGeom prst="rect">
            <a:avLst/>
          </a:prstGeom>
          <a:solidFill>
            <a:srgbClr val="29292C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498" y="3246140"/>
            <a:ext cx="12700" cy="1083568"/>
          </a:xfrm>
          <a:prstGeom prst="rect">
            <a:avLst/>
          </a:prstGeom>
          <a:solidFill>
            <a:srgbClr val="29292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239790"/>
            <a:ext cx="5486263" cy="12700"/>
          </a:xfrm>
          <a:prstGeom prst="rect">
            <a:avLst/>
          </a:prstGeom>
          <a:solidFill>
            <a:srgbClr val="29292C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5" y="4323358"/>
            <a:ext cx="10972526" cy="12700"/>
          </a:xfrm>
          <a:prstGeom prst="rect">
            <a:avLst/>
          </a:prstGeom>
          <a:solidFill>
            <a:srgbClr val="29292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92548"/>
            <a:ext cx="1158211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 CHOICE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1828828"/>
            <a:ext cx="10972526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154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Built in C for speed and zero setup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645668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protection stays close to the developer's local workflow.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168848"/>
            <a:ext cx="3454314" cy="2203252"/>
          </a:xfrm>
          <a:prstGeom prst="rect">
            <a:avLst/>
          </a:prstGeom>
          <a:solidFill>
            <a:srgbClr val="0C0C0D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3480395"/>
            <a:ext cx="320032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3578" y="3798387"/>
            <a:ext cx="29463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spc="-115" kern="1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3578" y="4478139"/>
            <a:ext cx="320032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Built entirely in 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8691" y="3168848"/>
            <a:ext cx="3454314" cy="2203252"/>
          </a:xfrm>
          <a:prstGeom prst="rect">
            <a:avLst/>
          </a:prstGeom>
          <a:solidFill>
            <a:srgbClr val="0C0C0D"/>
          </a:solidFill>
          <a:ln/>
        </p:spPr>
      </p:sp>
      <p:sp>
        <p:nvSpPr>
          <p:cNvPr id="10" name="Text 8"/>
          <p:cNvSpPr/>
          <p:nvPr/>
        </p:nvSpPr>
        <p:spPr>
          <a:xfrm>
            <a:off x="4622684" y="3480395"/>
            <a:ext cx="320032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22684" y="3798387"/>
            <a:ext cx="29463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spc="-115" kern="100" dirty="0">
                <a:solidFill>
                  <a:srgbClr val="39D35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22684" y="4478139"/>
            <a:ext cx="29463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Super fast and lightweight for local checks.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7797" y="3168848"/>
            <a:ext cx="3454314" cy="2203252"/>
          </a:xfrm>
          <a:prstGeom prst="rect">
            <a:avLst/>
          </a:prstGeom>
          <a:solidFill>
            <a:srgbClr val="0C0C0D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0" y="3480395"/>
            <a:ext cx="320032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81790" y="3798387"/>
            <a:ext cx="29463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spc="-115" kern="1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READY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381790" y="4478139"/>
            <a:ext cx="29463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Needs zero extra downloads or external libraries to run.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26691"/>
            <a:ext cx="11582110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FIRST COMMIT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1162272"/>
            <a:ext cx="10972526" cy="2730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6400" spc="-352" kern="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Feasible today,</a:t>
            </a:r>
            <a:endParaRPr lang="en-US" sz="6400" dirty="0"/>
          </a:p>
          <a:p>
            <a:pPr algn="l" indent="0" marL="0">
              <a:lnSpc>
                <a:spcPct val="93000"/>
              </a:lnSpc>
              <a:buNone/>
            </a:pPr>
            <a:r>
              <a:rPr lang="en-US" sz="6400" spc="-352" kern="100" dirty="0">
                <a:solidFill>
                  <a:srgbClr val="39D35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impactful from the first commit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09585" y="4095849"/>
            <a:ext cx="34543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FEASIBILITY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09585" y="4376122"/>
            <a:ext cx="3454314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Runs instantly offline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585" y="5003105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 any standard laptop with zero cloud setup.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68691" y="4095849"/>
            <a:ext cx="34543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68691" y="4376122"/>
            <a:ext cx="3454314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Plain text and code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68691" y="5003105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Works on plain text and code files; skips binary files such as images.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7797" y="4095849"/>
            <a:ext cx="34543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184" kern="100" dirty="0">
                <a:solidFill>
                  <a:srgbClr val="39D3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27797" y="4376122"/>
            <a:ext cx="3454314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spc="13" kern="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Stop data leaks at step one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27797" y="5448796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spc="8" kern="100" dirty="0">
                <a:solidFill>
                  <a:srgbClr val="C4C4C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Gives developers peace of mind before they push.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2026-10-07T06:35:49Z</dcterms:created>
  <dcterms:modified xsi:type="dcterms:W3CDTF">2026-10-07T06:35:49Z</dcterms:modified>
</cp:coreProperties>
</file>